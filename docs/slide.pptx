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2" r:id="rId6"/>
    <p:sldId id="263" r:id="rId7"/>
    <p:sldId id="261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1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96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8471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13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620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050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922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6313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5746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8742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7282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1359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C71F9-BD61-41A8-A265-115A5343D652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886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524000" y="2390774"/>
            <a:ext cx="9144000" cy="938213"/>
          </a:xfrm>
        </p:spPr>
        <p:txBody>
          <a:bodyPr>
            <a:normAutofit/>
          </a:bodyPr>
          <a:lstStyle/>
          <a:p>
            <a:r>
              <a:rPr lang="pt-BR" sz="4800" dirty="0" smtClean="0">
                <a:solidFill>
                  <a:srgbClr val="005189"/>
                </a:solidFill>
                <a:latin typeface="Futura Hv BT" panose="020B0702020204020204" pitchFamily="34" charset="0"/>
              </a:rPr>
              <a:t>TÍTULO DA APRESENTAÇÃO</a:t>
            </a:r>
            <a:endParaRPr lang="pt-BR" sz="4800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3576637" y="3714751"/>
            <a:ext cx="5038725" cy="1066800"/>
          </a:xfrm>
        </p:spPr>
        <p:txBody>
          <a:bodyPr>
            <a:normAutofit/>
          </a:bodyPr>
          <a:lstStyle/>
          <a:p>
            <a:r>
              <a:rPr lang="pt-BR" sz="2800" dirty="0" smtClean="0">
                <a:solidFill>
                  <a:schemeClr val="bg2">
                    <a:lumMod val="25000"/>
                  </a:schemeClr>
                </a:solidFill>
                <a:latin typeface="Futura Hv BT" panose="020B0702020204020204" pitchFamily="34" charset="0"/>
              </a:rPr>
              <a:t>NOME DO PALESTRANTE</a:t>
            </a:r>
          </a:p>
          <a:p>
            <a:r>
              <a:rPr lang="pt-BR" sz="2800" dirty="0" smtClean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Cargo do palestrante</a:t>
            </a:r>
            <a:endParaRPr lang="pt-BR" sz="2800" dirty="0">
              <a:solidFill>
                <a:schemeClr val="bg2">
                  <a:lumMod val="25000"/>
                </a:schemeClr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Subtítulo 4"/>
          <p:cNvSpPr txBox="1">
            <a:spLocks/>
          </p:cNvSpPr>
          <p:nvPr/>
        </p:nvSpPr>
        <p:spPr>
          <a:xfrm>
            <a:off x="3212305" y="671510"/>
            <a:ext cx="5767388" cy="1333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dirty="0" smtClean="0">
                <a:solidFill>
                  <a:schemeClr val="bg2">
                    <a:lumMod val="25000"/>
                  </a:schemeClr>
                </a:solidFill>
                <a:latin typeface="Futura Hv BT" panose="020B0702020204020204" pitchFamily="34" charset="0"/>
              </a:rPr>
              <a:t>UNIVERSIDADE FEDERAL DO PARANÁ </a:t>
            </a:r>
            <a:r>
              <a:rPr lang="pt-BR" sz="1800" dirty="0" smtClean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(</a:t>
            </a:r>
            <a:r>
              <a:rPr lang="pt-BR" sz="1800" i="1" dirty="0" smtClean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opcional</a:t>
            </a:r>
            <a:r>
              <a:rPr lang="pt-BR" sz="1800" dirty="0" smtClean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dirty="0" smtClean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SETOR (</a:t>
            </a:r>
            <a:r>
              <a:rPr lang="pt-BR" sz="1800" i="1" dirty="0" smtClean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opcional</a:t>
            </a:r>
            <a:r>
              <a:rPr lang="pt-BR" sz="1800" dirty="0" smtClean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dirty="0" smtClean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DEPARTAMENTO (</a:t>
            </a:r>
            <a:r>
              <a:rPr lang="pt-BR" sz="1800" i="1" dirty="0" smtClean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opcional</a:t>
            </a:r>
            <a:r>
              <a:rPr lang="pt-BR" sz="1800" dirty="0" smtClean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dirty="0" smtClean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FACULDADE (</a:t>
            </a:r>
            <a:r>
              <a:rPr lang="pt-BR" sz="1800" i="1" dirty="0" smtClean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opcional</a:t>
            </a:r>
            <a:r>
              <a:rPr lang="pt-BR" sz="1800" dirty="0" smtClean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)</a:t>
            </a:r>
          </a:p>
          <a:p>
            <a:endParaRPr lang="pt-BR" sz="2000" dirty="0">
              <a:solidFill>
                <a:schemeClr val="bg2">
                  <a:lumMod val="25000"/>
                </a:schemeClr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55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1409700" y="1162050"/>
            <a:ext cx="9258300" cy="985838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rgbClr val="005189"/>
                </a:solidFill>
                <a:latin typeface="Futura Hv BT" panose="020B0702020204020204" pitchFamily="34" charset="0"/>
              </a:rPr>
              <a:t>Título do </a:t>
            </a:r>
            <a:r>
              <a:rPr lang="pt-BR" i="1" dirty="0" smtClean="0">
                <a:solidFill>
                  <a:srgbClr val="005189"/>
                </a:solidFill>
                <a:latin typeface="Futura Hv BT" panose="020B0702020204020204" pitchFamily="34" charset="0"/>
              </a:rPr>
              <a:t>slide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sp>
        <p:nvSpPr>
          <p:cNvPr id="10" name="Espaço Reservado para Conteúdo 9"/>
          <p:cNvSpPr>
            <a:spLocks noGrp="1"/>
          </p:cNvSpPr>
          <p:nvPr>
            <p:ph idx="1"/>
          </p:nvPr>
        </p:nvSpPr>
        <p:spPr>
          <a:xfrm>
            <a:off x="1409700" y="2257424"/>
            <a:ext cx="9258300" cy="3448051"/>
          </a:xfrm>
        </p:spPr>
        <p:txBody>
          <a:bodyPr>
            <a:normAutofit/>
          </a:bodyPr>
          <a:lstStyle/>
          <a:p>
            <a:r>
              <a:rPr lang="pt-BR" dirty="0" smtClean="0">
                <a:latin typeface="Futura Md BT" panose="020B0602020204020303" pitchFamily="34" charset="0"/>
              </a:rPr>
              <a:t>Tópico #1</a:t>
            </a:r>
          </a:p>
          <a:p>
            <a:r>
              <a:rPr lang="pt-BR" dirty="0" smtClean="0">
                <a:latin typeface="Futura Md BT" panose="020B0602020204020303" pitchFamily="34" charset="0"/>
              </a:rPr>
              <a:t>Tópico #2</a:t>
            </a:r>
          </a:p>
          <a:p>
            <a:pPr marL="0" indent="0">
              <a:buNone/>
            </a:pPr>
            <a:r>
              <a:rPr lang="pt-BR" i="1" dirty="0" smtClean="0">
                <a:latin typeface="Futura Md BT" panose="020B0602020204020303" pitchFamily="34" charset="0"/>
              </a:rPr>
              <a:t>ou</a:t>
            </a:r>
          </a:p>
          <a:p>
            <a:pPr marL="0" indent="0" algn="just">
              <a:buNone/>
            </a:pPr>
            <a:r>
              <a:rPr lang="pt-BR" sz="2100" dirty="0" smtClean="0">
                <a:latin typeface="Futura Bk BT" panose="020B0502020204020303" pitchFamily="34" charset="0"/>
              </a:rPr>
              <a:t>Texto: </a:t>
            </a:r>
            <a:r>
              <a:rPr lang="pt-BR" sz="2100" dirty="0" err="1">
                <a:latin typeface="Futura Bk BT" panose="020B0502020204020303" pitchFamily="34" charset="0"/>
              </a:rPr>
              <a:t>Lorem</a:t>
            </a:r>
            <a:r>
              <a:rPr lang="pt-BR" sz="2100" dirty="0">
                <a:latin typeface="Futura Bk BT" panose="020B0502020204020303" pitchFamily="34" charset="0"/>
              </a:rPr>
              <a:t> ipsum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amet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consectetur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adipiscing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elit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Etiam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sagittis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elementum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rutrum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Vestibulum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sollicitudin</a:t>
            </a:r>
            <a:r>
              <a:rPr lang="pt-BR" sz="2100" dirty="0">
                <a:latin typeface="Futura Bk BT" panose="020B0502020204020303" pitchFamily="34" charset="0"/>
              </a:rPr>
              <a:t> ac </a:t>
            </a:r>
            <a:r>
              <a:rPr lang="pt-BR" sz="2100" dirty="0" err="1">
                <a:latin typeface="Futura Bk BT" panose="020B0502020204020303" pitchFamily="34" charset="0"/>
              </a:rPr>
              <a:t>dui</a:t>
            </a:r>
            <a:r>
              <a:rPr lang="pt-BR" sz="2100" dirty="0">
                <a:latin typeface="Futura Bk BT" panose="020B0502020204020303" pitchFamily="34" charset="0"/>
              </a:rPr>
              <a:t> quis </a:t>
            </a:r>
            <a:r>
              <a:rPr lang="pt-BR" sz="2100" dirty="0" err="1">
                <a:latin typeface="Futura Bk BT" panose="020B0502020204020303" pitchFamily="34" charset="0"/>
              </a:rPr>
              <a:t>auctor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Curabitur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amet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 in </a:t>
            </a:r>
            <a:r>
              <a:rPr lang="pt-BR" sz="2100" dirty="0" err="1">
                <a:latin typeface="Futura Bk BT" panose="020B0502020204020303" pitchFamily="34" charset="0"/>
              </a:rPr>
              <a:t>dui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venenatis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placerat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Etiam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fermentum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eleifend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dui</a:t>
            </a:r>
            <a:r>
              <a:rPr lang="pt-BR" sz="2100" dirty="0">
                <a:latin typeface="Futura Bk BT" panose="020B0502020204020303" pitchFamily="34" charset="0"/>
              </a:rPr>
              <a:t> a gravida. </a:t>
            </a:r>
            <a:r>
              <a:rPr lang="pt-BR" sz="2100" dirty="0" err="1">
                <a:latin typeface="Futura Bk BT" panose="020B0502020204020303" pitchFamily="34" charset="0"/>
              </a:rPr>
              <a:t>Vestibulum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semper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vel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amet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condimentum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Quisque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nec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hendrerit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purus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at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dapibus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Aliquam</a:t>
            </a:r>
            <a:r>
              <a:rPr lang="pt-BR" sz="2100" dirty="0">
                <a:latin typeface="Futura Bk BT" panose="020B0502020204020303" pitchFamily="34" charset="0"/>
              </a:rPr>
              <a:t> justo </a:t>
            </a:r>
            <a:r>
              <a:rPr lang="pt-BR" sz="2100" dirty="0" err="1">
                <a:latin typeface="Futura Bk BT" panose="020B0502020204020303" pitchFamily="34" charset="0"/>
              </a:rPr>
              <a:t>diam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volutpat</a:t>
            </a:r>
            <a:r>
              <a:rPr lang="pt-BR" sz="2100" dirty="0">
                <a:latin typeface="Futura Bk BT" panose="020B0502020204020303" pitchFamily="34" charset="0"/>
              </a:rPr>
              <a:t> eu </a:t>
            </a:r>
            <a:r>
              <a:rPr lang="pt-BR" sz="2100" dirty="0" err="1">
                <a:latin typeface="Futura Bk BT" panose="020B0502020204020303" pitchFamily="34" charset="0"/>
              </a:rPr>
              <a:t>molestie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facilisis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blandit</a:t>
            </a:r>
            <a:r>
              <a:rPr lang="pt-BR" sz="2100" dirty="0">
                <a:latin typeface="Futura Bk BT" panose="020B0502020204020303" pitchFamily="34" charset="0"/>
              </a:rPr>
              <a:t> porta erat. </a:t>
            </a:r>
            <a:endParaRPr lang="pt-BR" sz="2100" dirty="0" smtClean="0"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015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1409700" y="1162050"/>
            <a:ext cx="9258300" cy="985838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rgbClr val="005189"/>
                </a:solidFill>
                <a:latin typeface="Futura Hv BT" panose="020B0702020204020204" pitchFamily="34" charset="0"/>
              </a:rPr>
              <a:t>Título do </a:t>
            </a:r>
            <a:r>
              <a:rPr lang="pt-BR" i="1" dirty="0" smtClean="0">
                <a:solidFill>
                  <a:srgbClr val="005189"/>
                </a:solidFill>
                <a:latin typeface="Futura Hv BT" panose="020B0702020204020204" pitchFamily="34" charset="0"/>
              </a:rPr>
              <a:t>slide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sp>
        <p:nvSpPr>
          <p:cNvPr id="10" name="Espaço Reservado para Conteúdo 9"/>
          <p:cNvSpPr>
            <a:spLocks noGrp="1"/>
          </p:cNvSpPr>
          <p:nvPr>
            <p:ph idx="1"/>
          </p:nvPr>
        </p:nvSpPr>
        <p:spPr>
          <a:xfrm>
            <a:off x="1409700" y="5295900"/>
            <a:ext cx="4048125" cy="4095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800" dirty="0" smtClean="0">
                <a:latin typeface="Futura Bk BT" panose="020B0502020204020303" pitchFamily="34" charset="0"/>
              </a:rPr>
              <a:t>Legenda da imagem (se houver)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2396133"/>
            <a:ext cx="4048125" cy="2651522"/>
          </a:xfrm>
          <a:prstGeom prst="rect">
            <a:avLst/>
          </a:prstGeom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80901"/>
              </p:ext>
            </p:extLst>
          </p:nvPr>
        </p:nvGraphicFramePr>
        <p:xfrm>
          <a:off x="6038850" y="2396133"/>
          <a:ext cx="4759326" cy="1861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442">
                  <a:extLst>
                    <a:ext uri="{9D8B030D-6E8A-4147-A177-3AD203B41FA5}">
                      <a16:colId xmlns:a16="http://schemas.microsoft.com/office/drawing/2014/main" val="1638912986"/>
                    </a:ext>
                  </a:extLst>
                </a:gridCol>
                <a:gridCol w="1586442">
                  <a:extLst>
                    <a:ext uri="{9D8B030D-6E8A-4147-A177-3AD203B41FA5}">
                      <a16:colId xmlns:a16="http://schemas.microsoft.com/office/drawing/2014/main" val="1804421569"/>
                    </a:ext>
                  </a:extLst>
                </a:gridCol>
                <a:gridCol w="1586442">
                  <a:extLst>
                    <a:ext uri="{9D8B030D-6E8A-4147-A177-3AD203B41FA5}">
                      <a16:colId xmlns:a16="http://schemas.microsoft.com/office/drawing/2014/main" val="404748167"/>
                    </a:ext>
                  </a:extLst>
                </a:gridCol>
              </a:tblGrid>
              <a:tr h="37232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33771"/>
                  </a:ext>
                </a:extLst>
              </a:tr>
              <a:tr h="372322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739045"/>
                  </a:ext>
                </a:extLst>
              </a:tr>
              <a:tr h="372322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973246"/>
                  </a:ext>
                </a:extLst>
              </a:tr>
              <a:tr h="372322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80341"/>
                  </a:ext>
                </a:extLst>
              </a:tr>
              <a:tr h="37232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935553"/>
                  </a:ext>
                </a:extLst>
              </a:tr>
            </a:tbl>
          </a:graphicData>
        </a:graphic>
      </p:graphicFrame>
      <p:sp>
        <p:nvSpPr>
          <p:cNvPr id="6" name="Espaço Reservado para Conteúdo 9"/>
          <p:cNvSpPr txBox="1">
            <a:spLocks/>
          </p:cNvSpPr>
          <p:nvPr/>
        </p:nvSpPr>
        <p:spPr>
          <a:xfrm>
            <a:off x="6038850" y="4505988"/>
            <a:ext cx="4048125" cy="409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pt-BR" sz="1800" dirty="0" smtClean="0">
                <a:latin typeface="Futura Bk BT" panose="020B0502020204020303" pitchFamily="34" charset="0"/>
              </a:rPr>
              <a:t>Legenda da tabela (se houver)</a:t>
            </a:r>
            <a:endParaRPr lang="pt-BR" sz="1800" dirty="0"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23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1409700" y="1162050"/>
            <a:ext cx="9258300" cy="985838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rgbClr val="005189"/>
                </a:solidFill>
                <a:latin typeface="Futura Hv BT" panose="020B0702020204020204" pitchFamily="34" charset="0"/>
              </a:rPr>
              <a:t>Título do </a:t>
            </a:r>
            <a:r>
              <a:rPr lang="pt-BR" i="1" dirty="0" smtClean="0">
                <a:solidFill>
                  <a:srgbClr val="005189"/>
                </a:solidFill>
                <a:latin typeface="Futura Hv BT" panose="020B0702020204020204" pitchFamily="34" charset="0"/>
              </a:rPr>
              <a:t>slide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sp>
        <p:nvSpPr>
          <p:cNvPr id="10" name="Espaço Reservado para Conteúdo 9"/>
          <p:cNvSpPr>
            <a:spLocks noGrp="1"/>
          </p:cNvSpPr>
          <p:nvPr>
            <p:ph idx="1"/>
          </p:nvPr>
        </p:nvSpPr>
        <p:spPr>
          <a:xfrm>
            <a:off x="1409700" y="2257424"/>
            <a:ext cx="9258300" cy="3448051"/>
          </a:xfrm>
        </p:spPr>
        <p:txBody>
          <a:bodyPr>
            <a:normAutofit/>
          </a:bodyPr>
          <a:lstStyle/>
          <a:p>
            <a:r>
              <a:rPr lang="pt-BR" dirty="0" smtClean="0">
                <a:latin typeface="Futura Md BT" panose="020B0602020204020303" pitchFamily="34" charset="0"/>
              </a:rPr>
              <a:t>Tópico #1</a:t>
            </a:r>
          </a:p>
          <a:p>
            <a:r>
              <a:rPr lang="pt-BR" dirty="0" smtClean="0">
                <a:latin typeface="Futura Md BT" panose="020B0602020204020303" pitchFamily="34" charset="0"/>
              </a:rPr>
              <a:t>Tópico #2</a:t>
            </a:r>
          </a:p>
          <a:p>
            <a:pPr marL="0" indent="0">
              <a:buNone/>
            </a:pPr>
            <a:r>
              <a:rPr lang="pt-BR" i="1" dirty="0" smtClean="0">
                <a:latin typeface="Futura Md BT" panose="020B0602020204020303" pitchFamily="34" charset="0"/>
              </a:rPr>
              <a:t>ou</a:t>
            </a:r>
          </a:p>
          <a:p>
            <a:pPr marL="0" indent="0" algn="just">
              <a:buNone/>
            </a:pPr>
            <a:r>
              <a:rPr lang="pt-BR" sz="2100" dirty="0" smtClean="0">
                <a:latin typeface="Futura Bk BT" panose="020B0502020204020303" pitchFamily="34" charset="0"/>
              </a:rPr>
              <a:t>Texto: </a:t>
            </a:r>
            <a:r>
              <a:rPr lang="pt-BR" sz="2100" dirty="0" err="1">
                <a:latin typeface="Futura Bk BT" panose="020B0502020204020303" pitchFamily="34" charset="0"/>
              </a:rPr>
              <a:t>Lorem</a:t>
            </a:r>
            <a:r>
              <a:rPr lang="pt-BR" sz="2100" dirty="0">
                <a:latin typeface="Futura Bk BT" panose="020B0502020204020303" pitchFamily="34" charset="0"/>
              </a:rPr>
              <a:t> ipsum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amet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consectetur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adipiscing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elit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Etiam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sagittis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elementum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rutrum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Vestibulum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sollicitudin</a:t>
            </a:r>
            <a:r>
              <a:rPr lang="pt-BR" sz="2100" dirty="0">
                <a:latin typeface="Futura Bk BT" panose="020B0502020204020303" pitchFamily="34" charset="0"/>
              </a:rPr>
              <a:t> ac </a:t>
            </a:r>
            <a:r>
              <a:rPr lang="pt-BR" sz="2100" dirty="0" err="1">
                <a:latin typeface="Futura Bk BT" panose="020B0502020204020303" pitchFamily="34" charset="0"/>
              </a:rPr>
              <a:t>dui</a:t>
            </a:r>
            <a:r>
              <a:rPr lang="pt-BR" sz="2100" dirty="0">
                <a:latin typeface="Futura Bk BT" panose="020B0502020204020303" pitchFamily="34" charset="0"/>
              </a:rPr>
              <a:t> quis </a:t>
            </a:r>
            <a:r>
              <a:rPr lang="pt-BR" sz="2100" dirty="0" err="1">
                <a:latin typeface="Futura Bk BT" panose="020B0502020204020303" pitchFamily="34" charset="0"/>
              </a:rPr>
              <a:t>auctor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Curabitur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amet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 in </a:t>
            </a:r>
            <a:r>
              <a:rPr lang="pt-BR" sz="2100" dirty="0" err="1">
                <a:latin typeface="Futura Bk BT" panose="020B0502020204020303" pitchFamily="34" charset="0"/>
              </a:rPr>
              <a:t>dui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venenatis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placerat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Etiam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fermentum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eleifend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dui</a:t>
            </a:r>
            <a:r>
              <a:rPr lang="pt-BR" sz="2100" dirty="0">
                <a:latin typeface="Futura Bk BT" panose="020B0502020204020303" pitchFamily="34" charset="0"/>
              </a:rPr>
              <a:t> a gravida. </a:t>
            </a:r>
            <a:r>
              <a:rPr lang="pt-BR" sz="2100" dirty="0" err="1">
                <a:latin typeface="Futura Bk BT" panose="020B0502020204020303" pitchFamily="34" charset="0"/>
              </a:rPr>
              <a:t>Vestibulum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semper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vel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amet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condimentum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Quisque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nec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hendrerit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purus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at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dapibus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Aliquam</a:t>
            </a:r>
            <a:r>
              <a:rPr lang="pt-BR" sz="2100" dirty="0">
                <a:latin typeface="Futura Bk BT" panose="020B0502020204020303" pitchFamily="34" charset="0"/>
              </a:rPr>
              <a:t> justo </a:t>
            </a:r>
            <a:r>
              <a:rPr lang="pt-BR" sz="2100" dirty="0" err="1">
                <a:latin typeface="Futura Bk BT" panose="020B0502020204020303" pitchFamily="34" charset="0"/>
              </a:rPr>
              <a:t>diam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volutpat</a:t>
            </a:r>
            <a:r>
              <a:rPr lang="pt-BR" sz="2100" dirty="0">
                <a:latin typeface="Futura Bk BT" panose="020B0502020204020303" pitchFamily="34" charset="0"/>
              </a:rPr>
              <a:t> eu </a:t>
            </a:r>
            <a:r>
              <a:rPr lang="pt-BR" sz="2100" dirty="0" err="1">
                <a:latin typeface="Futura Bk BT" panose="020B0502020204020303" pitchFamily="34" charset="0"/>
              </a:rPr>
              <a:t>molestie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facilisis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blandit</a:t>
            </a:r>
            <a:r>
              <a:rPr lang="pt-BR" sz="2100" dirty="0">
                <a:latin typeface="Futura Bk BT" panose="020B0502020204020303" pitchFamily="34" charset="0"/>
              </a:rPr>
              <a:t> porta erat. </a:t>
            </a:r>
            <a:endParaRPr lang="pt-BR" sz="2100" dirty="0" smtClean="0"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61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1409700" y="1162050"/>
            <a:ext cx="9258300" cy="985838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rgbClr val="005189"/>
                </a:solidFill>
                <a:latin typeface="Futura Hv BT" panose="020B0702020204020204" pitchFamily="34" charset="0"/>
              </a:rPr>
              <a:t>Título do </a:t>
            </a:r>
            <a:r>
              <a:rPr lang="pt-BR" i="1" dirty="0" smtClean="0">
                <a:solidFill>
                  <a:srgbClr val="005189"/>
                </a:solidFill>
                <a:latin typeface="Futura Hv BT" panose="020B0702020204020204" pitchFamily="34" charset="0"/>
              </a:rPr>
              <a:t>slide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sp>
        <p:nvSpPr>
          <p:cNvPr id="10" name="Espaço Reservado para Conteúdo 9"/>
          <p:cNvSpPr>
            <a:spLocks noGrp="1"/>
          </p:cNvSpPr>
          <p:nvPr>
            <p:ph idx="1"/>
          </p:nvPr>
        </p:nvSpPr>
        <p:spPr>
          <a:xfrm>
            <a:off x="1409700" y="2257424"/>
            <a:ext cx="9258300" cy="3448051"/>
          </a:xfrm>
        </p:spPr>
        <p:txBody>
          <a:bodyPr>
            <a:normAutofit/>
          </a:bodyPr>
          <a:lstStyle/>
          <a:p>
            <a:r>
              <a:rPr lang="pt-BR" dirty="0" smtClean="0">
                <a:latin typeface="Futura Md BT" panose="020B0602020204020303" pitchFamily="34" charset="0"/>
              </a:rPr>
              <a:t>Tópico #1</a:t>
            </a:r>
          </a:p>
          <a:p>
            <a:r>
              <a:rPr lang="pt-BR" dirty="0" smtClean="0">
                <a:latin typeface="Futura Md BT" panose="020B0602020204020303" pitchFamily="34" charset="0"/>
              </a:rPr>
              <a:t>Tópico #2</a:t>
            </a:r>
          </a:p>
          <a:p>
            <a:pPr marL="0" indent="0">
              <a:buNone/>
            </a:pPr>
            <a:r>
              <a:rPr lang="pt-BR" i="1" dirty="0" smtClean="0">
                <a:latin typeface="Futura Md BT" panose="020B0602020204020303" pitchFamily="34" charset="0"/>
              </a:rPr>
              <a:t>ou</a:t>
            </a:r>
          </a:p>
          <a:p>
            <a:pPr marL="0" indent="0" algn="just">
              <a:buNone/>
            </a:pPr>
            <a:r>
              <a:rPr lang="pt-BR" sz="2100" dirty="0" smtClean="0">
                <a:latin typeface="Futura Bk BT" panose="020B0502020204020303" pitchFamily="34" charset="0"/>
              </a:rPr>
              <a:t>Texto: </a:t>
            </a:r>
            <a:r>
              <a:rPr lang="pt-BR" sz="2100" dirty="0" err="1">
                <a:latin typeface="Futura Bk BT" panose="020B0502020204020303" pitchFamily="34" charset="0"/>
              </a:rPr>
              <a:t>Lorem</a:t>
            </a:r>
            <a:r>
              <a:rPr lang="pt-BR" sz="2100" dirty="0">
                <a:latin typeface="Futura Bk BT" panose="020B0502020204020303" pitchFamily="34" charset="0"/>
              </a:rPr>
              <a:t> ipsum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amet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consectetur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adipiscing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elit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Etiam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sagittis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elementum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rutrum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Vestibulum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sollicitudin</a:t>
            </a:r>
            <a:r>
              <a:rPr lang="pt-BR" sz="2100" dirty="0">
                <a:latin typeface="Futura Bk BT" panose="020B0502020204020303" pitchFamily="34" charset="0"/>
              </a:rPr>
              <a:t> ac </a:t>
            </a:r>
            <a:r>
              <a:rPr lang="pt-BR" sz="2100" dirty="0" err="1">
                <a:latin typeface="Futura Bk BT" panose="020B0502020204020303" pitchFamily="34" charset="0"/>
              </a:rPr>
              <a:t>dui</a:t>
            </a:r>
            <a:r>
              <a:rPr lang="pt-BR" sz="2100" dirty="0">
                <a:latin typeface="Futura Bk BT" panose="020B0502020204020303" pitchFamily="34" charset="0"/>
              </a:rPr>
              <a:t> quis </a:t>
            </a:r>
            <a:r>
              <a:rPr lang="pt-BR" sz="2100" dirty="0" err="1">
                <a:latin typeface="Futura Bk BT" panose="020B0502020204020303" pitchFamily="34" charset="0"/>
              </a:rPr>
              <a:t>auctor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Curabitur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amet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 in </a:t>
            </a:r>
            <a:r>
              <a:rPr lang="pt-BR" sz="2100" dirty="0" err="1">
                <a:latin typeface="Futura Bk BT" panose="020B0502020204020303" pitchFamily="34" charset="0"/>
              </a:rPr>
              <a:t>dui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venenatis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placerat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Etiam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fermentum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eleifend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dui</a:t>
            </a:r>
            <a:r>
              <a:rPr lang="pt-BR" sz="2100" dirty="0">
                <a:latin typeface="Futura Bk BT" panose="020B0502020204020303" pitchFamily="34" charset="0"/>
              </a:rPr>
              <a:t> a gravida. </a:t>
            </a:r>
            <a:r>
              <a:rPr lang="pt-BR" sz="2100" dirty="0" err="1">
                <a:latin typeface="Futura Bk BT" panose="020B0502020204020303" pitchFamily="34" charset="0"/>
              </a:rPr>
              <a:t>Vestibulum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semper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vel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amet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condimentum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Quisque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nec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hendrerit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purus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at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dapibus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Aliquam</a:t>
            </a:r>
            <a:r>
              <a:rPr lang="pt-BR" sz="2100" dirty="0">
                <a:latin typeface="Futura Bk BT" panose="020B0502020204020303" pitchFamily="34" charset="0"/>
              </a:rPr>
              <a:t> justo </a:t>
            </a:r>
            <a:r>
              <a:rPr lang="pt-BR" sz="2100" dirty="0" err="1">
                <a:latin typeface="Futura Bk BT" panose="020B0502020204020303" pitchFamily="34" charset="0"/>
              </a:rPr>
              <a:t>diam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volutpat</a:t>
            </a:r>
            <a:r>
              <a:rPr lang="pt-BR" sz="2100" dirty="0">
                <a:latin typeface="Futura Bk BT" panose="020B0502020204020303" pitchFamily="34" charset="0"/>
              </a:rPr>
              <a:t> eu </a:t>
            </a:r>
            <a:r>
              <a:rPr lang="pt-BR" sz="2100" dirty="0" err="1">
                <a:latin typeface="Futura Bk BT" panose="020B0502020204020303" pitchFamily="34" charset="0"/>
              </a:rPr>
              <a:t>molestie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facilisis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blandit</a:t>
            </a:r>
            <a:r>
              <a:rPr lang="pt-BR" sz="2100" dirty="0">
                <a:latin typeface="Futura Bk BT" panose="020B0502020204020303" pitchFamily="34" charset="0"/>
              </a:rPr>
              <a:t> porta erat. </a:t>
            </a:r>
            <a:endParaRPr lang="pt-BR" sz="2100" dirty="0" smtClean="0"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101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1409700" y="1162050"/>
            <a:ext cx="9258300" cy="985838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rgbClr val="005189"/>
                </a:solidFill>
                <a:latin typeface="Futura Hv BT" panose="020B0702020204020204" pitchFamily="34" charset="0"/>
              </a:rPr>
              <a:t>Título do </a:t>
            </a:r>
            <a:r>
              <a:rPr lang="pt-BR" i="1" dirty="0" smtClean="0">
                <a:solidFill>
                  <a:srgbClr val="005189"/>
                </a:solidFill>
                <a:latin typeface="Futura Hv BT" panose="020B0702020204020204" pitchFamily="34" charset="0"/>
              </a:rPr>
              <a:t>slide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sp>
        <p:nvSpPr>
          <p:cNvPr id="10" name="Espaço Reservado para Conteúdo 9"/>
          <p:cNvSpPr>
            <a:spLocks noGrp="1"/>
          </p:cNvSpPr>
          <p:nvPr>
            <p:ph idx="1"/>
          </p:nvPr>
        </p:nvSpPr>
        <p:spPr>
          <a:xfrm>
            <a:off x="1409700" y="2257424"/>
            <a:ext cx="9258300" cy="3448051"/>
          </a:xfrm>
        </p:spPr>
        <p:txBody>
          <a:bodyPr>
            <a:normAutofit/>
          </a:bodyPr>
          <a:lstStyle/>
          <a:p>
            <a:r>
              <a:rPr lang="pt-BR" dirty="0" smtClean="0">
                <a:latin typeface="Futura Md BT" panose="020B0602020204020303" pitchFamily="34" charset="0"/>
              </a:rPr>
              <a:t>Tópico #1</a:t>
            </a:r>
          </a:p>
          <a:p>
            <a:r>
              <a:rPr lang="pt-BR" dirty="0" smtClean="0">
                <a:latin typeface="Futura Md BT" panose="020B0602020204020303" pitchFamily="34" charset="0"/>
              </a:rPr>
              <a:t>Tópico #2</a:t>
            </a:r>
          </a:p>
          <a:p>
            <a:pPr marL="0" indent="0">
              <a:buNone/>
            </a:pPr>
            <a:r>
              <a:rPr lang="pt-BR" i="1" dirty="0" smtClean="0">
                <a:latin typeface="Futura Md BT" panose="020B0602020204020303" pitchFamily="34" charset="0"/>
              </a:rPr>
              <a:t>ou</a:t>
            </a:r>
          </a:p>
          <a:p>
            <a:pPr marL="0" indent="0" algn="just">
              <a:buNone/>
            </a:pPr>
            <a:r>
              <a:rPr lang="pt-BR" sz="2100" dirty="0" smtClean="0">
                <a:latin typeface="Futura Bk BT" panose="020B0502020204020303" pitchFamily="34" charset="0"/>
              </a:rPr>
              <a:t>Texto: </a:t>
            </a:r>
            <a:r>
              <a:rPr lang="pt-BR" sz="2100" dirty="0" err="1">
                <a:latin typeface="Futura Bk BT" panose="020B0502020204020303" pitchFamily="34" charset="0"/>
              </a:rPr>
              <a:t>Lorem</a:t>
            </a:r>
            <a:r>
              <a:rPr lang="pt-BR" sz="2100" dirty="0">
                <a:latin typeface="Futura Bk BT" panose="020B0502020204020303" pitchFamily="34" charset="0"/>
              </a:rPr>
              <a:t> ipsum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amet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consectetur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adipiscing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elit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Etiam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sagittis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elementum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rutrum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Vestibulum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sollicitudin</a:t>
            </a:r>
            <a:r>
              <a:rPr lang="pt-BR" sz="2100" dirty="0">
                <a:latin typeface="Futura Bk BT" panose="020B0502020204020303" pitchFamily="34" charset="0"/>
              </a:rPr>
              <a:t> ac </a:t>
            </a:r>
            <a:r>
              <a:rPr lang="pt-BR" sz="2100" dirty="0" err="1">
                <a:latin typeface="Futura Bk BT" panose="020B0502020204020303" pitchFamily="34" charset="0"/>
              </a:rPr>
              <a:t>dui</a:t>
            </a:r>
            <a:r>
              <a:rPr lang="pt-BR" sz="2100" dirty="0">
                <a:latin typeface="Futura Bk BT" panose="020B0502020204020303" pitchFamily="34" charset="0"/>
              </a:rPr>
              <a:t> quis </a:t>
            </a:r>
            <a:r>
              <a:rPr lang="pt-BR" sz="2100" dirty="0" err="1">
                <a:latin typeface="Futura Bk BT" panose="020B0502020204020303" pitchFamily="34" charset="0"/>
              </a:rPr>
              <a:t>auctor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Curabitur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amet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 in </a:t>
            </a:r>
            <a:r>
              <a:rPr lang="pt-BR" sz="2100" dirty="0" err="1">
                <a:latin typeface="Futura Bk BT" panose="020B0502020204020303" pitchFamily="34" charset="0"/>
              </a:rPr>
              <a:t>dui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venenatis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placerat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Etiam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fermentum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eleifend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dui</a:t>
            </a:r>
            <a:r>
              <a:rPr lang="pt-BR" sz="2100" dirty="0">
                <a:latin typeface="Futura Bk BT" panose="020B0502020204020303" pitchFamily="34" charset="0"/>
              </a:rPr>
              <a:t> a gravida. </a:t>
            </a:r>
            <a:r>
              <a:rPr lang="pt-BR" sz="2100" dirty="0" err="1">
                <a:latin typeface="Futura Bk BT" panose="020B0502020204020303" pitchFamily="34" charset="0"/>
              </a:rPr>
              <a:t>Vestibulum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semper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vel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sit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amet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condimentum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Quisque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nec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hendrerit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purus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at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dapibus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dolor</a:t>
            </a:r>
            <a:r>
              <a:rPr lang="pt-BR" sz="2100" dirty="0">
                <a:latin typeface="Futura Bk BT" panose="020B0502020204020303" pitchFamily="34" charset="0"/>
              </a:rPr>
              <a:t>. </a:t>
            </a:r>
            <a:r>
              <a:rPr lang="pt-BR" sz="2100" dirty="0" err="1">
                <a:latin typeface="Futura Bk BT" panose="020B0502020204020303" pitchFamily="34" charset="0"/>
              </a:rPr>
              <a:t>Aliquam</a:t>
            </a:r>
            <a:r>
              <a:rPr lang="pt-BR" sz="2100" dirty="0">
                <a:latin typeface="Futura Bk BT" panose="020B0502020204020303" pitchFamily="34" charset="0"/>
              </a:rPr>
              <a:t> justo </a:t>
            </a:r>
            <a:r>
              <a:rPr lang="pt-BR" sz="2100" dirty="0" err="1">
                <a:latin typeface="Futura Bk BT" panose="020B0502020204020303" pitchFamily="34" charset="0"/>
              </a:rPr>
              <a:t>diam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volutpat</a:t>
            </a:r>
            <a:r>
              <a:rPr lang="pt-BR" sz="2100" dirty="0">
                <a:latin typeface="Futura Bk BT" panose="020B0502020204020303" pitchFamily="34" charset="0"/>
              </a:rPr>
              <a:t> eu </a:t>
            </a:r>
            <a:r>
              <a:rPr lang="pt-BR" sz="2100" dirty="0" err="1">
                <a:latin typeface="Futura Bk BT" panose="020B0502020204020303" pitchFamily="34" charset="0"/>
              </a:rPr>
              <a:t>molestie</a:t>
            </a:r>
            <a:r>
              <a:rPr lang="pt-BR" sz="2100" dirty="0">
                <a:latin typeface="Futura Bk BT" panose="020B0502020204020303" pitchFamily="34" charset="0"/>
              </a:rPr>
              <a:t> </a:t>
            </a:r>
            <a:r>
              <a:rPr lang="pt-BR" sz="2100" dirty="0" err="1">
                <a:latin typeface="Futura Bk BT" panose="020B0502020204020303" pitchFamily="34" charset="0"/>
              </a:rPr>
              <a:t>facilisis</a:t>
            </a:r>
            <a:r>
              <a:rPr lang="pt-BR" sz="2100" dirty="0">
                <a:latin typeface="Futura Bk BT" panose="020B0502020204020303" pitchFamily="34" charset="0"/>
              </a:rPr>
              <a:t>, </a:t>
            </a:r>
            <a:r>
              <a:rPr lang="pt-BR" sz="2100" dirty="0" err="1">
                <a:latin typeface="Futura Bk BT" panose="020B0502020204020303" pitchFamily="34" charset="0"/>
              </a:rPr>
              <a:t>blandit</a:t>
            </a:r>
            <a:r>
              <a:rPr lang="pt-BR" sz="2100" dirty="0">
                <a:latin typeface="Futura Bk BT" panose="020B0502020204020303" pitchFamily="34" charset="0"/>
              </a:rPr>
              <a:t> porta erat. </a:t>
            </a:r>
            <a:endParaRPr lang="pt-BR" sz="2100" dirty="0" smtClean="0"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92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1409700" y="1162050"/>
            <a:ext cx="9258300" cy="985838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rgbClr val="005189"/>
                </a:solidFill>
                <a:latin typeface="Futura Hv BT" panose="020B0702020204020204" pitchFamily="34" charset="0"/>
              </a:rPr>
              <a:t>Agradecimento (opcional)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9512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369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Futura Bk BT</vt:lpstr>
      <vt:lpstr>Futura Hv BT</vt:lpstr>
      <vt:lpstr>Futura Md BT</vt:lpstr>
      <vt:lpstr>Tema do Office</vt:lpstr>
      <vt:lpstr>TÍTULO DA APRESENTAÇÃO</vt:lpstr>
      <vt:lpstr>Título do slide</vt:lpstr>
      <vt:lpstr>Título do slide</vt:lpstr>
      <vt:lpstr>Título do slide</vt:lpstr>
      <vt:lpstr>Título do slide</vt:lpstr>
      <vt:lpstr>Título do slide</vt:lpstr>
      <vt:lpstr>Agradecimento (opcional)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Bureau 1</dc:creator>
  <cp:lastModifiedBy>Bureau 1</cp:lastModifiedBy>
  <cp:revision>13</cp:revision>
  <dcterms:created xsi:type="dcterms:W3CDTF">2017-02-16T13:32:25Z</dcterms:created>
  <dcterms:modified xsi:type="dcterms:W3CDTF">2017-03-31T12:21:18Z</dcterms:modified>
</cp:coreProperties>
</file>